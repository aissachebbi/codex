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Aujourd’hui je présente la solution bout‑en‑bout : lecture concurrente de CBMESSAGE via JDBC, agrégation par lot, création de CBFILE, propagation du FILE_ID dans les tables, puis notification sur Oracle AQ. On verra aussi comment on garde la sûreté multi‑instances, comment on gère COB/openDay, et comment on instrumente l’audit via des channels.
[Sources]
- https://docs.oracle.com/en/database/oracle/oracle-database/26/sqlrf/SELECT.html (SKIP LOCKED multi-consumer)
- https://docs.spring.io/spring-integration/reference/aggregator.html (Aggregator/locks/timeouts)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On se cale d’abord sur le besoin : on ne transporte que 3 colonnes côté Java, mais on doit écrire un fichier logique, propager le FILE_ID sur deux tables, et notifier HQ via AQ. Côté non‑fonctionnel : on est en multi‑instances, donc on veut zéro doublon, une bonne reprise, et surtout une observabilité fine via des channels dédiés.
[Sources]
- https://docs.oracle.com/en/database/oracle/oracle-database/26/sqlrf/SELECT.html (SKIP LOCKED)
- https://docs.oracle.com/en/database/oracle/oracle-database/21/arpls/DBMS_AQ.html (droits DBMS_AQ)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Voici la vue d’ensemble. On a un poll unique DB qui fait le claim, puis split et enrichissement des headers, agrégation par clé (flow|branch|file). Ensuite un handler transactionnel fait CBFILE + updates + enqueue AQ. En parallèle, chaque étape passe par un channel nommé, ce qui vous permet d’intercepter pour audit/statuts.
[Sources]
- https://docs.oracle.com/en/database/oracle/oracle-database/26/sqlrf/SELECT.html (SKIP LOCKED)
- https://docs.spring.io/spring-integration/reference/aggregator.html (correlation/release/lock)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Au démarrage, FlowRegistryBootstrapper lit ApplicationParameter et construit une structure immuable : flowName -&gt; FlowIndex, puis flow|branch -&gt; BranchEntry. Ça devient la source de vérité runtime : limites/timeout, table business cible, et paramètres de création CBFILE. On évite les accès DB à chaque message en mettant en cache et en rafraîchissant si nécessaire.
[Sources]
- https://docs.spring.io/spring-integration/reference/jdbc/message-store.html (JDBC store &amp; claim check context)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Le claim est la pierre angulaire multi‑instances. Chaque instance ouvre une transaction courte, verrouille un batch de lignes NEW via FOR UPDATE SKIP LOCKED, les marque IN_PROGRESS, puis commit. SKIP LOCKED est explicitement conçu pour des environnements multi-consommateurs de type queue : on saute les lignes déjà prises et on continue.
[Sources]
- https://docs.oracle.com/en/database/oracle/oracle-database/26/sqlrf/SELECT.html (SKIP LOCKED multi-consumer)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L’agrégateur crée un groupe par clé (flow|branch|file). La limite et le timeout sont dynamiques car on les lit depuis FlowRegistry. Pour le timeout, on distingue : le timeout d’inactivité (classique) et le timeout en deadline fixe. Depuis Spring Integration 5.5, groupTimeoutExpression peut renvoyer une java.util.Date : c’est très pratique pour planifier une échéance “business”.
[Sources]
- https://docs.spring.io/spring-integration/reference/aggregator.html (groupTimeout/expressions)
- https://docs.spring.io/spring-integration/docs/5.5.15/reference/html/message-routing.html (Date support in 5.5)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Point souvent confus : le MessageStore stocke l’état, mais ne fournit pas un verrou distribué. L’Aggregator utilise un LockRegistry pour rendre les mutations de groupe thread-safe et, en multi‑serveurs, on configure un lock registry partagé quand on partage le store.
[Sources]
- https://docs.spring.io/spring-integration/reference/aggregator.html (LockRegistry section)
- https://docs.spring.io/spring-integration/reference/jdbc/message-store.html (JdbcMessageStore suitable for aggregators)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COB/openDay : au lieu de tordre l’Aggregator pour faire du “one-shot”, on explicite 2 modes. Normal : lots réguliers. Drain : à l’ouverture, on prend un lock branch distribué et on traite tout le backlog immédiatement, sans limites/timeouts. Ça respecte ton besoin “tout en attente” et limite la complexité.
[Sources]
- https://docs.oracle.com/en/database/oracle/oracle-database/26/sqlrf/SELECT.html (SKIP LOCKED)
- https://docs.spring.io/spring-integration/reference/aggregator.html (LockRegistry semantics)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Le handler batch est transactionnel : on crée CBFILE, on propage FILE_ID sur CBMESSAGE et sur la table business (via MSG_ID), puis on enqueu AQ en ON_COMMIT. ON_COMMIT garantit que la notification ne part pas si le commit échoue.
[Sources]
- https://docs.oracle.com/en/database/oracle/oracle-database/21/arpls/advanced-queuing-AQ-types.html (ENQUEUE_OPTIONS_T.visibility ON_COMMIT default)
- https://docs.oracle.com/en/database/oracle/oracle-database/21/adque/aq-operations-using-pl-sql.html (ON_COMMIT vs IMMEDIATE)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Le point dur : le claim est committé vite (bon pour les locks), donc en cas d’échec du batch, les lignes restent IN_PROGRESS. On compense : ERROR/TRY_COUNT, ou on remet NEW via un job si trop vieux. En parallèle, tout passe dans des channels auditables et un errorChannel centralise les exceptions.
[Sources]
- https://docs.oracle.com/en/database/oracle/oracle-database/26/sqlrf/SELECT.html (locking semantics)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On a volontairement matérialisé des channels d’étapes. L’idée : ne pas coupler l’audit au code métier. On intercepte les channels (wireTap/interceptor) pour journaliser les changements de statut, le traceId, les ids DB, fileId, latence. Ça rend les audits et SLA beaucoup plus simples.
[Sources]
- https://docs.spring.io/spring-integration/docs/5.5.18/reference/html/channel.html (types de channels)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On termine par la checklist. On a le bootstrap de config, la source de polling/claim, le flow SI avec channels, un service transactionnel batch, et l’enqueue AQ. Si on veut une durabilité d’agrégation inter‑redémarrage, on active JdbcMessageStore. En multi‑instances on met aussi un lock registry partagé.
[Sources]
- https://docs.spring.io/spring-integration/reference/jdbc/message-store.html (JdbcMessageStore)
- https://docs.oracle.com/en/database/oracle/oracle-database/21/arpls/DBMS_AQ.html (prérequis DBMS_AQ)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Script
Slide de références : on s’appuie sur la doc Oracle pour SKIP LOCKED et AQ, et la doc Spring Integration pour l’Aggregator, le verrouillage cross-serveurs, le MessageStore JDBC, et la capacité 5.5 de calculer groupTimeoutExpression en Date.
[Sources]
- https://docs.oracle.com/en/database/oracle/oracle-database/26/sqlrf/SELECT.html
- https://docs.spring.io/spring-integration/reference/aggregator.html
- https://docs.spring.io/spring-integration/reference/jdbc/message-store.html
- https://docs.oracle.com/en/database/oracle/oracle-database/21/arpls/DBMS_AQ.html
- https://docs.oracle.com/en/database/oracle/oracle-database/21/arpls/advanced-queuing-AQ-types.html
- https://docs.oracle.com/en/database/oracle/oracle-database/21/adque/aq-operations-using-pl-sql.html
- https://docs.spring.io/spring-integration/docs/5.5.15/reference/html/message-routing.html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CBMessage → CBFile → Oracle AQ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Integration 5.5 • Java 8 • JDBC • Oracle 19c • Multi‑instances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840480"/>
            <a:ext cx="5669280" cy="146304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9776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Poll unique DB (claim)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Agrégation par (flow|branch|file)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Création CBFILE + updates + AQ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Channels d’audit par étape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de présentation (tech senior)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 &amp; exigences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 système doit garantir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669280" cy="242316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Fonctionnel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les nouveaux messages CBMESSAGE (ID, BRANCH, FILENAME)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Classer/agréger par lot (flow|branch|fileNamePrefix)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CBFILE, mettre FILE_ID sur CBMESSAGE + CBL_Business_*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puis notifier via Oracle AQ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COB/openDay : modes normal vs “drain one‑shot”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4937760" cy="2130552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Non‑fonctionnel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1783080"/>
            <a:ext cx="411480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Multi‑instances sans doublon (work stealing)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Traçabilité/audit par étape (channels + interceptors)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Reprise sur erreurs (ERROR/RETRY, reaper IN_PROGRESS)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Limites/timeout dynamiques via FlowRegistry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(vue d’ensemble)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flows : principal + outbox (option)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0" cy="448056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 principal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92024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01952"/>
            <a:ext cx="16459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 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(Claim)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828800"/>
            <a:ext cx="182880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901952"/>
            <a:ext cx="15544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1828800"/>
            <a:ext cx="2103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901952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(flow|branch|file)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20116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901952"/>
            <a:ext cx="17373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 Batch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CBFILE+UPD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0" y="1828800"/>
            <a:ext cx="15544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9800" y="1901952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ENQUEUE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2080260"/>
            <a:ext cx="2286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92040" y="2080260"/>
            <a:ext cx="2286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2080260"/>
            <a:ext cx="2286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64040" y="2080260"/>
            <a:ext cx="2286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" y="2834640"/>
            <a:ext cx="10424160" cy="246888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34440" y="306324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Channels d’audit (interception)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8720" y="3429000"/>
            <a:ext cx="19202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3502152"/>
            <a:ext cx="1645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cbmsg.detected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3429000"/>
            <a:ext cx="201168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50215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cbmsg.classified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40680" y="3429000"/>
            <a:ext cx="201168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50215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cbmsg.aggregated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35240" y="3429000"/>
            <a:ext cx="201168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50215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cbmsg.processing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829800" y="3429000"/>
            <a:ext cx="14630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3502152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cbmsg.aq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34440" y="3977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wireTap / ChannelInterceptor vers cbmsg.audit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Initialisation : FlowRegistry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 au démarrage depuis ApplicationParameter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0" cy="530352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08760"/>
            <a:ext cx="283464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81912"/>
            <a:ext cx="2560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FlowRegistry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Map&lt;flowName, FlowIndex&gt;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508760"/>
            <a:ext cx="292608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581912"/>
            <a:ext cx="26517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FlowIndex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flowName, businessTable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301752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581912"/>
            <a:ext cx="2743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branchesByKey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Map&lt;flow|branch, BranchEntry&gt;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801368"/>
            <a:ext cx="3657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40880" y="1801368"/>
            <a:ext cx="2743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0" y="2331720"/>
            <a:ext cx="621792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404872"/>
            <a:ext cx="5943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BranchEntry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branchId, branchName, filePhysicalType, cbFileTypeId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154680"/>
            <a:ext cx="10698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Bootstrapper 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lit ApplicationParameter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construit les maps immuables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swap atomique dans FlowRegistryHolder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runtime 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limites/timeout dynamiques par branch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businessTableName pour update CBL_Business_*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filePhysicalType / cbFileTypeId pour CBFILE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concurrente : claim Oracle (SKIP LOCKED)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Zéro doublon en multi‑instances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669280" cy="2130552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Mécanique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48463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courte : SELECT … FOR UPDATE SKIP LOCKED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status → IN_PROGRESS (claimed_by/claimed_at)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rapide (libère les locks)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Traitement hors lock, puis DONE/ERROR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4937760" cy="256032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(extrait)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178308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 id, branch, filename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cbmessage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 status='NEW'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ORDER BY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FETCH FIRST :N ROWS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UPDATE SKIP LOCKED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3840480"/>
            <a:ext cx="4937760" cy="256032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4069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ça marche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4434840"/>
            <a:ext cx="4480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LOCKED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ignore les lignes déjà verrouillées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conçu pour multi-consumers (work queue)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chaque instance “vole” des lignes libres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 d’attente, pas de doublon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Agrégation : clés, limites, timeout dynamiques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Groupes isolés, release contrôlée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669280" cy="1837944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Clé de corrélation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48463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groupId = flow|branch|fileNamePrefix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: 1 CBFILE par lot (même fileNamePrefix)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 de mélanger des lots/fichiers différents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5669280" cy="1837944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ReleaseStrategy (dynamique)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572000"/>
            <a:ext cx="48463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= FlowRegistry.limitFor(branch)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si group.size ≥ limit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 via timeout (inactivité ou deadline fixe)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4937760" cy="534924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Timeout : deux modes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783080"/>
            <a:ext cx="448056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Inactivité (sliding)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groupTimeout : “si aucun message n’arrive”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Deadline fixe (depuis 1er msg)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groupTimeoutExpression → java.util.Date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utile : fenêtre fixe / COB / ouverture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: 5.5 supporte Date (fine scheduling).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Multi‑instances : MessageStore vs LockRegistry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Stockage d’état ≠ synchronisation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669280" cy="1837944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JdbcMessageStore (état)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48463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Stocke les MessageGroups (persistant)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Permet reprise après restart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Adapté aux composants de corrélation (Aggregator)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5669280" cy="1837944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069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LockRegistry (sécurité)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526280"/>
            <a:ext cx="48463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par groupId (correlation id)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 les races : add/release sur le même groupe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Partagé entre serveurs si store partagé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4937760" cy="534924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 pratique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783080"/>
            <a:ext cx="448056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1 instance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store mémoire + lock mémoire OK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multi‑instances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store JDBC partagé + lock partagé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Sinon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risque d’incohérence sur un même groupId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(Le lock ne vient pas du store.)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COB / openDay : deux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(window) vs Drain (one‑shot)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669280" cy="530352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 NORMAL (open)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Claim NEW (SKIP LOCKED)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Split → Aggregate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Release par limite ou timeout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CBFILE par 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Notification AQ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l’objectif est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débit régulier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lots maîtrisés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4937760" cy="530352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 DRAIN (à l’ouverture)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1783080"/>
            <a:ext cx="448056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Prendre lock distribué (branch)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Drainer tout le backlog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(par pages SQL)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Créer 1 CBFILE (ou 1 par filePrefix)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Propager FILE_ID partout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Enqueue AQ 1 fois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traiter “tout en attente”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sans limites/timeout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Étape transactionnelle : CBFILE + updates + AQ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Unité de travail “lot”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669280" cy="2130552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Dans une transaction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48463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Insérer CBFILE → obtenir FILE_ID (sequence)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UPDATE CBMESSAGE.FILE_ID + STATUS=DONE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UPDATE CBL_Business_*.FILE_ID WHERE MSG_ID IN (...)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DBMS_AQ.ENQUEUE (visibility=ON_COMMIT)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4937760" cy="530352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ON_COMMIT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1783080"/>
            <a:ext cx="448056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ON_COMMIT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l’enqueue fait partie de la transaction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 message devient visible au commit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IMMEDIATE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autonome, commit à part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utile si on veut découpler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 : on veut “si commit OK → notifier”.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 d’erreurs &amp; reprise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Sûreté opérationnelle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669280" cy="1837944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Échecs possibles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48463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 batch échoue → rollback CBFILE/updates/AQ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 restent IN_PROGRESS (claim déjà commit)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Instance crash → IN_PROGRESS “stuck”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5669280" cy="1837944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069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Stratégie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526280"/>
            <a:ext cx="48463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Marquer ERROR + TRY_COUNT + LAST_ERROR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de reprise : IN_PROGRESS trop vieux → NEW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Idempotence (unique key / détecter doublons CBFILE)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4937760" cy="530352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Canal d’erreur &amp; audit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783080"/>
            <a:ext cx="448056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errorChannel: cbmsg.error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Interceptor audit : traceId, dbIds, fileId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Métriques : lots/min, taille moyenne, latence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: diagnostiquer vite,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rejouer proprement.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Instrumentation : channels par étape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Audit, statuts, SLA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38404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099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cbmsg.detected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OK + statut IN_PROGRESS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38404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957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cbmsg.classified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headers: flow/branch/file/groupId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38404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cbmsg.aggregated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1089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 prêt (release)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38404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cbmsg.processing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7947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 CBFILE + updates + AQ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38404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453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cbmsg.aq.enqueued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4805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visible post-commit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166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Implémentation audit : wireTap ou ChannelInterceptor → cbmsg.audit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Composants Spring :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qu’on implémente concrètement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669280" cy="242316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Beans principaux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FlowRegistryHolder + Bootstrapper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CbMessagePollingSource (claim JDBC)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IntegrationFlow (channels + agg + tx)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FileBatchTxService (@Transactional)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AqEnqueueService (DBMS_AQ)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5669280" cy="2130552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069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 &amp; config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526280"/>
            <a:ext cx="48463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JdbcMessageStore (+ tables INT_*) si état persisté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LockRegistry partagé (JDBC) si multi‑instances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TaskExecutor (parallèle contrôlé)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TaskScheduler (timeouts/expiration)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4937760" cy="530352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Décisions clés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783080"/>
            <a:ext cx="448056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Corrélation = flow|branch|filePrefix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Nommage final = prefix + deadline/release + fileId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 drain à l’ouverture (si requis)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Outbox optionnelle si on veut “after commit” strict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à valider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volumes max par 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règles COB (un seul lot vs fenêtres)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idempotence CBFILE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(références)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 officielles utilisées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0" cy="5303520"/>
          </a:xfrm>
          <a:prstGeom prst="roundRect">
            <a:avLst/>
          </a:prstGeom>
          <a:solidFill>
            <a:srgbClr val="101A2B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SQL SELECT — SKIP LOCKED (multi-consumer) : docs.oracle.com/.../sqlrf/SELECT.html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Integration — Aggregator / LockRegistry / timeouts : docs.spring.io/.../reference/aggregator.html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Integration — JDBC Message Store : docs.spring.io/.../reference/jdbc/message-store.html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AQ — DBMS_AQ privileges : docs.oracle.com/.../arpls/DBMS_AQ.html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AQ — ENQUEUE visibility ON_COMMIT : docs.oracle.com/.../advanced-queuing-AQ-types.html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AQ — Operations using PL/SQL : docs.oracle.com/.../adque/aq-operations-using-pl-sql.html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Integration 5.5 — groupTimeoutExpression supports java.util.Date : docs.spring.io/.../message-routing.html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CBMessage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24448" y="65836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2026-02-13T12:47:54Z</dcterms:created>
  <dcterms:modified xsi:type="dcterms:W3CDTF">2026-02-13T12:47:54Z</dcterms:modified>
</cp:coreProperties>
</file>